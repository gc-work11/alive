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01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01 · RUNNING ON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A real engine in the cloud —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always on, always fresh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3317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ALive doesn't sit on your phone. It lives on AWS in Mumbai — close to Delhi, so every answer is quick and every number is freshly computed.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ALWAYS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never sleeps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825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Amazon's servers rebuild the air picture every ~15 minutes — even when nobody opens the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AUTO-SCALE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scales itself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AWS starts more copies of the engine when many people use it at once — demo day can't melt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SECURE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stays honest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Station keys &amp; secrets live in AWS's vault — the app reads live data, nothing is faked on-device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1500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0AA"/>
                </a:solidFill>
                <a:latin typeface="Segoe UI"/>
              </a:rPr>
              <a:t>Your phone asks → </a:t>
            </a:r>
            <a:r>
              <a:rPr sz="1300" b="1">
                <a:solidFill>
                  <a:srgbClr val="EDEBE4"/>
                </a:solidFill>
                <a:latin typeface="Segoe UI"/>
              </a:rPr>
              <a:t>AWS computes</a:t>
            </a:r>
            <a:r>
              <a:rPr sz="1300" b="0">
                <a:solidFill>
                  <a:srgbClr val="9AA0AA"/>
                </a:solidFill>
                <a:latin typeface="Segoe UI"/>
              </a:rPr>
              <a:t> → your phone shows the answer in about a second.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02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02 · WHAT'S INSIDE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Three parts,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one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4028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The tech stack is boring on purpose — the interesting part is what it does with real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825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A plain website — opens on any phone, no install. GPS, the map and your trip live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4" y="37947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9437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THE 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path between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437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Vercel + CloudFront carry your question to the engine and the answer back — fast, anywhere.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0144" y="37947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THE BRAIN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Python thinks; a C++ core does the heavy math — a million road segments scored while you blink.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486400"/>
            <a:ext cx="8686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Why split it? </a:t>
            </a:r>
            <a:r>
              <a:rPr sz="1300" b="0">
                <a:solidFill>
                  <a:srgbClr val="9AA0AA"/>
                </a:solidFill>
                <a:latin typeface="Segoe UI"/>
              </a:rPr>
              <a:t>Phones are for showing, servers are for knowing — air data, roads, traffic and math all live where the compute is.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03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03 · WHERE THE NUMBERS COME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Real sensors,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not guesses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40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53 pollution monitors across Delhi report every few minutes. Satellites fill the gaps between them. Traffic feeds watch the roads.</a:t>
            </a:r>
            <a:r>
              <a:rPr sz="1400" b="0">
                <a:solidFill>
                  <a:srgbClr val="9AA0AA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All of it lands on a fine grid covering the whole city — so ALive can tell you the air on YOUR street, not just the nearest station's.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069080"/>
            <a:ext cx="4572000" cy="96012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84832" y="43068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45262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53 live monitors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4873752"/>
            <a:ext cx="4114800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WAQI + DPCC government sensors, refreshed every few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5166360"/>
            <a:ext cx="4572000" cy="96012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84832" y="54041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562356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Satellite + traffic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2" y="5971032"/>
            <a:ext cx="4114800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CAMS satellite, fire spots, TomTom jams — all live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210312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eckimg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783" y="2240280"/>
            <a:ext cx="3811592" cy="2971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20840" y="5394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today's real air over Delhi — every square computed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669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green breathes easy · red doesn't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04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04 · THE CLEAN ROUTE — AND WHAT WAS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Same city,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less smoke in your lungs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4480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Every street borrows the air grid's reading. Then ALive compares the ways to go — and picks the one where you breathe the least, not just arrive fastest.</a:t>
            </a:r>
            <a:r>
              <a:rPr sz="1400" b="1">
                <a:solidFill>
                  <a:srgbClr val="EDEBE4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A run counts triple — you breathe ~3× harder.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977639"/>
            <a:ext cx="4480560" cy="12344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420624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how much you breathe </a:t>
            </a:r>
            <a:r>
              <a:rPr sz="1400" b="0">
                <a:solidFill>
                  <a:srgbClr val="5C6470"/>
                </a:solidFill>
                <a:latin typeface="Segoe UI"/>
              </a:rPr>
              <a:t>=</a:t>
            </a:r>
            <a:r>
              <a:rPr sz="1400" b="1">
                <a:solidFill>
                  <a:srgbClr val="7FBF9A"/>
                </a:solidFill>
                <a:latin typeface="Segoe UI"/>
              </a:rPr>
              <a:t> the air × time × how hard you breathe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230368"/>
            <a:ext cx="4480560" cy="109728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4832" y="54681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4832" y="568756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The hard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4832" y="6035040"/>
            <a:ext cx="4023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Street-by-street air, noisy GPS, flaky feeds — still honest.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10312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ckimg_rou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535" y="2212848"/>
            <a:ext cx="2124089" cy="3017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20840" y="534924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one real trip — </a:t>
            </a:r>
            <a:r>
              <a:rPr sz="1050" b="1">
                <a:solidFill>
                  <a:srgbClr val="7FBF9A"/>
                </a:solidFill>
                <a:latin typeface="Segoe UI"/>
              </a:rPr>
              <a:t>green is ALive's pick, </a:t>
            </a:r>
            <a:r>
              <a:rPr sz="1050" b="1">
                <a:solidFill>
                  <a:srgbClr val="C05F3A"/>
                </a:solidFill>
                <a:latin typeface="Segoe UI"/>
              </a:rPr>
              <a:t>red main road = +81% more smoke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